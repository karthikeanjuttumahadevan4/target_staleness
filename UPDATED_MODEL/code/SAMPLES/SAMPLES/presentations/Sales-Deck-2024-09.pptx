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Deck 2024-09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 X price is 120</a:t>
            </a:r>
          </a:p>
          <a:p>
            <a:r>
              <a:t>Revenue $520000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