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Universal File Metadata &amp; Version History Extractor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Workshop Slideshow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Universal File Metadata &amp; Version History Extractor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BIG Picture</a:t>
            </a:r>
          </a:p>
          <a:p>
            <a:pPr lvl="0" indent="0" marL="0">
              <a:buNone/>
            </a:pPr>
            <a:r>
              <a:rPr b="1"/>
              <a:t>Building a system that can:</a:t>
            </a:r>
            <a:r>
              <a:rPr/>
              <a:t> - Extract maximum metadata from ANY file type - Track ALL historical changes to files - Build knowledge graphs of file evolution - Assign confidence scores to extracted data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1: The Problem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Problem Does This Solve?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State:</a:t>
            </a:r>
            <a:r>
              <a:rPr/>
              <a:t> - File metadata is scattered across systems - Edit history is lost or fragmented - No unified view of file evolution - Difficult to track who changed what and when</a:t>
            </a:r>
          </a:p>
          <a:p>
            <a:pPr lvl="0" indent="0" marL="0">
              <a:buNone/>
            </a:pPr>
            <a:r>
              <a:rPr b="1"/>
              <a:t>The Solution:</a:t>
            </a:r>
            <a:r>
              <a:rPr/>
              <a:t> One system to extract, track, and visualize ALL file changes automatically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How It Works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INGESTION
   Detect file type and validate
2. MULTI-MODEL EXTRACTION
   Multiple methods per file type:
   - Embedded markers (text)
   - Git history
   - Word track changes XML
   - PDF metadata
   - EXIF (images)
   - Filesystem fallback
3. VERSION ANALYSIS
   Extract edit history from all sources
4. KNOWLEDGE GRAPH
   Build graph of changes and relationships
5. EVALUATION
   Assign confidence bands (high/medium/low)
6. OUTPUT
   JSON, GraphML, GEXF formats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What We Built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Prototype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mini-extract/
├── prototype/
│   ├── README.md                    # Main documentation
│   ├── EXTRACTION_SCRIPT.md         # Python code template
│   ├── RUN_INSTRUCTIONS.md          # How to run it
│   ├── RESULTS.md                   # Expected outputs
│   └── samples/                    # Test files
│       └── test.txt.md            # Sample template
│
└── workshop_slideshow.md          # This file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Universal</a:t>
            </a:r>
            <a:r>
              <a:rPr/>
              <a:t>: Works with ANY file type</a:t>
            </a:r>
          </a:p>
          <a:p>
            <a:pPr lvl="0"/>
            <a:r>
              <a:rPr b="1"/>
              <a:t>Version History</a:t>
            </a:r>
            <a:r>
              <a:rPr/>
              <a:t>: Tracks all edits with timestamps and authors</a:t>
            </a:r>
          </a:p>
          <a:p>
            <a:pPr lvl="0"/>
            <a:r>
              <a:rPr b="1"/>
              <a:t>Knowledge Graph</a:t>
            </a:r>
            <a:r>
              <a:rPr/>
              <a:t>: Builds graph of file evolution</a:t>
            </a:r>
          </a:p>
          <a:p>
            <a:pPr lvl="0"/>
            <a:r>
              <a:rPr b="1"/>
              <a:t>Confidence Scoring</a:t>
            </a:r>
            <a:r>
              <a:rPr/>
              <a:t>: High/Medium/Low evaluation bands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What We Have Now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in Prototype Folder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technical proposal and specifications</a:t>
            </a:r>
          </a:p>
          <a:p>
            <a:pPr lvl="0"/>
            <a:r>
              <a:rPr/>
              <a:t>Complete Python extraction script template</a:t>
            </a:r>
          </a:p>
          <a:p>
            <a:pPr lvl="0"/>
            <a:r>
              <a:rPr/>
              <a:t>Step-by-step run instructions</a:t>
            </a:r>
          </a:p>
          <a:p>
            <a:pPr lvl="0"/>
            <a:r>
              <a:rPr/>
              <a:t>Expected results documentation</a:t>
            </a:r>
          </a:p>
          <a:p>
            <a:pPr lvl="0"/>
            <a:r>
              <a:rPr/>
              <a:t>Sample test files with embedded markers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/home/karthikean.juttumaha/mini-extract/prototype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extract.py from template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"import re; print(''.join(re.findall(r'</a:t>
            </a:r>
            <a:r>
              <a:rPr b="1">
                <a:solidFill>
                  <a:srgbClr val="007020"/>
                </a:solidFill>
                <a:latin typeface="Courier"/>
              </a:rPr>
              <a:t>```</a:t>
            </a:r>
            <a:r>
              <a:rPr>
                <a:latin typeface="Courier"/>
              </a:rPr>
              <a:t>python\n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.</a:t>
            </a:r>
            <a:r>
              <a:rPr>
                <a:solidFill>
                  <a:srgbClr val="BC7A00"/>
                </a:solidFill>
                <a:latin typeface="Courier"/>
              </a:rPr>
              <a:t>*?</a:t>
            </a:r>
            <a:r>
              <a:rPr b="1">
                <a:solidFill>
                  <a:srgbClr val="007020"/>
                </a:solidFill>
                <a:latin typeface="Courier"/>
              </a:rPr>
              <a:t>)```</a:t>
            </a:r>
            <a:r>
              <a:rPr>
                <a:solidFill>
                  <a:srgbClr val="4070A0"/>
                </a:solidFill>
                <a:latin typeface="Courier"/>
              </a:rPr>
              <a:t>', open('EXTRACTION_SCRIPT.md').read(), re.DOTALL)))"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extract.py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test file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samples/test.txt </a:t>
            </a:r>
            <a:r>
              <a:rPr>
                <a:solidFill>
                  <a:srgbClr val="666666"/>
                </a:solidFill>
                <a:latin typeface="Courier"/>
              </a:rPr>
              <a:t>&lt;&lt; 'EOF'</a:t>
            </a:r>
            <a:br/>
            <a:r>
              <a:rPr>
                <a:solidFill>
                  <a:srgbClr val="4070A0"/>
                </a:solidFill>
                <a:latin typeface="Courier"/>
              </a:rPr>
              <a:t>&lt;!-- EDIT: 2024-02-02T20:31:00Z | AUTHOR: alice | TYPE: create --&gt;</a:t>
            </a:r>
            <a:br/>
            <a:r>
              <a:rPr>
                <a:solidFill>
                  <a:srgbClr val="4070A0"/>
                </a:solidFill>
                <a:latin typeface="Courier"/>
              </a:rPr>
              <a:t># Document</a:t>
            </a:r>
            <a:br/>
            <a:r>
              <a:rPr>
                <a:solidFill>
                  <a:srgbClr val="4070A0"/>
                </a:solidFill>
                <a:latin typeface="Courier"/>
              </a:rPr>
              <a:t>...</a:t>
            </a:r>
            <a:br/>
            <a:r>
              <a:rPr>
                <a:solidFill>
                  <a:srgbClr val="666666"/>
                </a:solidFill>
                <a:latin typeface="Courier"/>
              </a:rPr>
              <a:t>EOF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extraction</a:t>
            </a:r>
            <a:br/>
            <a:r>
              <a:rPr>
                <a:latin typeface="Courier"/>
              </a:rPr>
              <a:t>python3 extract.py samples/test.txt </a:t>
            </a:r>
            <a:r>
              <a:rPr>
                <a:solidFill>
                  <a:srgbClr val="7D9029"/>
                </a:solidFill>
                <a:latin typeface="Courier"/>
              </a:rPr>
              <a:t>--output</a:t>
            </a:r>
            <a:r>
              <a:rPr>
                <a:latin typeface="Courier"/>
              </a:rPr>
              <a:t> results/output.json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Next Steps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Immediate Actions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YOU create</a:t>
            </a:r>
            <a:r>
              <a:rPr/>
              <a:t> the actual files:</a:t>
            </a:r>
          </a:p>
          <a:p>
            <a:pPr lvl="1"/>
            <a:r>
              <a:rPr>
                <a:latin typeface="Courier"/>
              </a:rPr>
              <a:t>prototype/extract.py</a:t>
            </a:r>
            <a:r>
              <a:rPr/>
              <a:t> (from template)</a:t>
            </a:r>
          </a:p>
          <a:p>
            <a:pPr lvl="1"/>
            <a:r>
              <a:rPr>
                <a:latin typeface="Courier"/>
              </a:rPr>
              <a:t>prototype/samples/test.txt</a:t>
            </a:r>
            <a:r>
              <a:rPr/>
              <a:t> (from .md template)</a:t>
            </a:r>
          </a:p>
          <a:p>
            <a:pPr lvl="0" indent="-342900" marL="342900">
              <a:buAutoNum type="arabicPeriod"/>
            </a:pPr>
            <a:r>
              <a:rPr b="1"/>
              <a:t>Install dependencies:</a:t>
            </a:r>
          </a:p>
          <a:p>
            <a:pPr lvl="1" indent="0">
              <a:buNone/>
            </a:pPr>
            <a:r>
              <a:rPr>
                <a:latin typeface="Courier"/>
              </a:rPr>
              <a:t>pip install Pillow PyPDF2 python-docx networkx python-magic</a:t>
            </a:r>
          </a:p>
          <a:p>
            <a:pPr lvl="0" indent="-342900" marL="342900">
              <a:buAutoNum type="arabicPeriod"/>
            </a:pPr>
            <a:r>
              <a:rPr b="1"/>
              <a:t>Run the prototype:</a:t>
            </a:r>
          </a:p>
          <a:p>
            <a:pPr lvl="1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prototype</a:t>
            </a:r>
            <a:br/>
            <a:r>
              <a:rPr>
                <a:latin typeface="Courier"/>
              </a:rPr>
              <a:t>python3 extract.py samples/test.txt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Extend to all file types</a:t>
            </a:r>
          </a:p>
          <a:p>
            <a:pPr lvl="0"/>
            <a:r>
              <a:rPr/>
              <a:t>Add more extraction methods per file type</a:t>
            </a:r>
          </a:p>
          <a:p>
            <a:pPr lvl="0"/>
            <a:r>
              <a:rPr/>
              <a:t>Build visualization dashboard</a:t>
            </a:r>
          </a:p>
          <a:p>
            <a:pPr lvl="0"/>
            <a:r>
              <a:rPr/>
              <a:t>Create automated testing</a:t>
            </a:r>
          </a:p>
          <a:p>
            <a:pPr lvl="0"/>
            <a:r>
              <a:rPr/>
              <a:t>Deploy as service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designed a system to:</a:t>
            </a:r>
            <a:r>
              <a:rPr/>
              <a:t> - Automatically extract metadata from ANY file - Track complete version history - Build knowledge graphs - ascribed with evaluation bands</a:t>
            </a:r>
          </a:p>
          <a:p>
            <a:pPr lvl="0" indent="0" marL="0">
              <a:buNone/>
            </a:pPr>
            <a:r>
              <a:rPr b="1"/>
              <a:t>You need to:</a:t>
            </a:r>
            <a:r>
              <a:rPr/>
              <a:t> 1. Run the commands to create </a:t>
            </a:r>
            <a:r>
              <a:rPr>
                <a:latin typeface="Courier"/>
              </a:rPr>
              <a:t>extract.py</a:t>
            </a:r>
            <a:r>
              <a:rPr/>
              <a:t> 2. Create test files 3. Run the prototype</a:t>
            </a:r>
          </a:p>
          <a:p>
            <a:pPr lvl="0" indent="0" marL="0">
              <a:buNone/>
            </a:pPr>
            <a:r>
              <a:rPr b="1"/>
              <a:t>Questions?</a:t>
            </a:r>
            <a:r>
              <a:rPr/>
              <a:t> Check the prototype/README.md for details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File Metadata &amp; Version History Extractor</dc:title>
  <dc:creator>Workshop Slideshow</dc:creator>
  <cp:keywords/>
  <dcterms:created xsi:type="dcterms:W3CDTF">2026-10-09T01:49:06Z</dcterms:created>
  <dcterms:modified xsi:type="dcterms:W3CDTF">2026-10-09T01:49:06Z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!</vt:lpwstr>
  </property>
</Properties>
</file>